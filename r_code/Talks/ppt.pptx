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openxmlformats.org/package/2006/relationships/metadata/extended-properties" Target="docProps/app0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744" autoAdjust="0"/>
  </p:normalViewPr>
  <p:slideViewPr>
    <p:cSldViewPr snapToGrid="0" snapToObjects="1">
      <p:cViewPr varScale="1">
        <p:scale>
          <a:sx n="133" d="100"/>
          <a:sy n="133" d="100"/>
        </p:scale>
        <p:origin x="200" y="50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ly, Michael" userId="96c52332-8990-40e4-9b25-72e02d053651" providerId="ADAL" clId="{0824BA83-C28F-56F9-95BA-BB34E9A405DC}"/>
    <pc:docChg chg="modSld">
      <pc:chgData name="Neely, Michael" userId="96c52332-8990-40e4-9b25-72e02d053651" providerId="ADAL" clId="{0824BA83-C28F-56F9-95BA-BB34E9A405DC}" dt="2026-09-27T12:37:01.585" v="0" actId="1076"/>
      <pc:docMkLst>
        <pc:docMk/>
      </pc:docMkLst>
      <pc:sldChg chg="modSp mod">
        <pc:chgData name="Neely, Michael" userId="96c52332-8990-40e4-9b25-72e02d053651" providerId="ADAL" clId="{0824BA83-C28F-56F9-95BA-BB34E9A405DC}" dt="2026-09-27T12:37:01.585" v="0" actId="1076"/>
        <pc:sldMkLst>
          <pc:docMk/>
          <pc:sldMk cId="0" sldId="257"/>
        </pc:sldMkLst>
        <pc:graphicFrameChg chg="mod">
          <ac:chgData name="Neely, Michael" userId="96c52332-8990-40e4-9b25-72e02d053651" providerId="ADAL" clId="{0824BA83-C28F-56F9-95BA-BB34E9A405DC}" dt="2026-09-27T12:37:01.585" v="0" actId="1076"/>
          <ac:graphicFrameMkLst>
            <pc:docMk/>
            <pc:sldMk cId="0" sldId="257"/>
            <ac:graphicFrameMk id="239343771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PPT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Here we find the maximum theophylline concentration for each subject.</a:t>
            </a:r>
          </a:p>
        </p:txBody>
      </p:sp>
      <p:graphicFrame>
        <p:nvGraphicFramePr>
          <p:cNvPr id="239343771" name="Table 2393437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390988"/>
              </p:ext>
            </p:extLst>
          </p:nvPr>
        </p:nvGraphicFramePr>
        <p:xfrm>
          <a:off x="3378467" y="1722922"/>
          <a:ext cx="1371600" cy="383032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Subject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cmax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10.50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8.33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8.20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8.60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11.40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6.44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7.09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7.56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9.03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10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10.21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11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8.00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12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sym typeface="Helvetica"/>
                        </a:rPr>
                        <a:t>9.75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Plots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Plot</a:t>
            </a:r>
          </a:p>
        </p:txBody>
      </p:sp>
      <p:pic>
        <p:nvPicPr>
          <p:cNvPr id="3" name="Picture 1" descr="ppt_files/figure-pptx/unnamed-chunk-3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e62531d-b665-4aae-a175-0ab5141c19da}" enabled="0" method="" siteId="{ce62531d-b665-4aae-a175-0ab5141c19d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Macintosh PowerPoint</Application>
  <PresentationFormat>On-screen Show (16:9)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Helvetica</vt:lpstr>
      <vt:lpstr>Office Theme</vt:lpstr>
      <vt:lpstr>PPT Demo</vt:lpstr>
      <vt:lpstr>Analysis</vt:lpstr>
      <vt:lpstr>Plots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Demo</dc:title>
  <dc:creator/>
  <cp:keywords/>
  <cp:lastModifiedBy>Michael Neely</cp:lastModifiedBy>
  <cp:revision>1</cp:revision>
  <dcterms:created xsi:type="dcterms:W3CDTF">2026-09-27T12:36:29Z</dcterms:created>
  <dcterms:modified xsi:type="dcterms:W3CDTF">2026-09-27T12:37:02Z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